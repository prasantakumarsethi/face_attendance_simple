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Smart Face Attendance System (Auto IN/OUT)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FE0FF"/>
                </a:solidFill>
              </a:defRPr>
            </a:pPr>
            <a:r>
              <a:t>Python • OpenCV (LBPH) • PySide6 • CSV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Submitted by: YOUR NAME (YOUR ROLL NO)</a:t>
            </a:r>
          </a:p>
          <a:p>
            <a:pPr>
              <a:defRPr sz="1400">
                <a:solidFill>
                  <a:srgbClr val="CFE0FF"/>
                </a:solidFill>
              </a:defRPr>
            </a:pPr>
            <a:r>
              <a:t>YOUR DEPARTMENT | YOUR COLLEGE / UNIVERSITY | Guide: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Manual attendance is time-consuming and prone to proxy marking.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Card/Fingerprint systems need contact and cause queues.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Institutions need fast, touchless, reliable attendance with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Real-time face-based attendance with Auto IN/OUT.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Touchless workflow to reduce queues and improve hygiene.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Configurable time rules for IN/OUT and Late marking.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Exportable reports (daily and combined).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Registration: capture face samples → dataset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Training: LBPH model → trainer.yml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Attendance: detect faces → recognize → apply rules → store CSV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Records: view/edit/delete → export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Multi-face marking (no morning queue)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Auto IN/OUT logic and duplicate prevention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Optional blink-based anti-proxy (demo liveness)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Unknown snapshot logging for security review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Modern UI with dashboard and exports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Results / Demo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Register student → Train model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Start attendance → walk in front of camera → popup confirms mark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View records → export CSV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Show IN then OUT after allowed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12471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Database (SQLite/MySQL) for larger scale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Advanced anti-spoofing (CNN liveness)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ERP/School Management integration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Absentee alerts and 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